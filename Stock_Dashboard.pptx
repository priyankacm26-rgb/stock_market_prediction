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7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74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0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1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69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27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8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95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2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665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19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41846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63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86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0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4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161" y="294641"/>
            <a:ext cx="6817360" cy="2606039"/>
          </a:xfrm>
        </p:spPr>
        <p:txBody>
          <a:bodyPr>
            <a:normAutofit/>
          </a:bodyPr>
          <a:lstStyle/>
          <a:p>
            <a:r>
              <a:rPr dirty="0"/>
              <a:t>Stock Market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5295" y="6413140"/>
            <a:ext cx="6600451" cy="1126283"/>
          </a:xfrm>
        </p:spPr>
        <p:txBody>
          <a:bodyPr/>
          <a:lstStyle/>
          <a:p>
            <a:r>
              <a:t>Created by Priyanka Chandrashekhar Meti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Screenshot 2025-11-18 211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1432560"/>
            <a:ext cx="8229600" cy="46144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Max Volume: 127M</a:t>
            </a:r>
          </a:p>
          <a:p>
            <a:r>
              <a:t>• Total Trading Days: 2K</a:t>
            </a:r>
          </a:p>
          <a:p>
            <a:r>
              <a:t>• Average Closing Price: 82.58</a:t>
            </a:r>
          </a:p>
          <a:p>
            <a:r>
              <a:t>• Date Range: 04-01-2016 to 24-05-2024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Yearly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and Close values show consistent growth from 2016 to 2024.</a:t>
            </a:r>
          </a:p>
          <a:p>
            <a:r>
              <a:t>• Highest market activity recorded during 2020–2022.</a:t>
            </a:r>
          </a:p>
          <a:p>
            <a:r>
              <a:t>• Volume distribution indicates strong spikes in 2020 and 2018.</a:t>
            </a:r>
          </a:p>
          <a:p>
            <a:r>
              <a:t>• Line and treemap charts together reflect market volatility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market shows peak trading activity in 2020.</a:t>
            </a:r>
          </a:p>
          <a:p>
            <a:r>
              <a:t>• Closing prices steadily increased, indicating strong market performance.</a:t>
            </a:r>
          </a:p>
          <a:p>
            <a:r>
              <a:t>• High consistency in day-by-day trading volume.</a:t>
            </a:r>
          </a:p>
          <a:p>
            <a:r>
              <a:t>• Pie chart reflects balanced distribution across open, close, high, and low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dashboard provides a complete overview of stock performance over the years.</a:t>
            </a:r>
          </a:p>
          <a:p>
            <a:r>
              <a:rPr dirty="0"/>
              <a:t>It highlights trends, volume distribution, trading activity, and price fluctuations.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</TotalTime>
  <Words>161</Words>
  <Application>Microsoft Office PowerPoint</Application>
  <PresentationFormat>On-screen Show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Stock Market Analysis Dashboard</vt:lpstr>
      <vt:lpstr>Dashboard Overview</vt:lpstr>
      <vt:lpstr>Key Performance Metrics</vt:lpstr>
      <vt:lpstr>Yearly Performance Summary</vt:lpstr>
      <vt:lpstr>Insights &amp; Observations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priyankacm26@gmail.com</cp:lastModifiedBy>
  <cp:revision>2</cp:revision>
  <dcterms:created xsi:type="dcterms:W3CDTF">2013-01-27T09:14:16Z</dcterms:created>
  <dcterms:modified xsi:type="dcterms:W3CDTF">2025-11-19T09:00:10Z</dcterms:modified>
  <cp:category/>
</cp:coreProperties>
</file>